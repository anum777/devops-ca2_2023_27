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CA-II – AI Food Delivery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End-to-end DevOps implementation</a:t>
            </a:r>
          </a:p>
          <a:p>
            <a:pPr>
              <a:defRPr sz="2200"/>
            </a:pPr>
            <a:r>
              <a:t>CI/CD • Ansible • Docker • Kubernetes •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Pipeline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Developer → GitHub → GitHub Actions</a:t>
            </a:r>
          </a:p>
          <a:p>
            <a:pPr>
              <a:defRPr sz="2200"/>
            </a:pPr>
            <a:r>
              <a:t>CI: dependencies → syntax check → Docker build</a:t>
            </a:r>
          </a:p>
          <a:p>
            <a:pPr>
              <a:defRPr sz="2200"/>
            </a:pPr>
            <a:r>
              <a:t>Docker image → Kubernetes Deployment (3 replicas)</a:t>
            </a:r>
          </a:p>
          <a:p>
            <a:pPr>
              <a:defRPr sz="2200"/>
            </a:pPr>
            <a:r>
              <a:t>Kubernetes Service → Streamlit application</a:t>
            </a:r>
          </a:p>
          <a:p>
            <a:pPr>
              <a:defRPr sz="2200"/>
            </a:pPr>
            <a:r>
              <a:t>Prometheus → Grafana for observability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Deployment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Dependency/version compatibility</a:t>
            </a:r>
          </a:p>
          <a:p>
            <a:pPr>
              <a:defRPr sz="2200"/>
            </a:pPr>
            <a:r>
              <a:t>Containerizing the Streamlit service</a:t>
            </a:r>
          </a:p>
          <a:p>
            <a:pPr>
              <a:defRPr sz="2200"/>
            </a:pPr>
            <a:r>
              <a:t>Kubernetes networking and image availability</a:t>
            </a:r>
          </a:p>
          <a:p>
            <a:pPr>
              <a:defRPr sz="2200"/>
            </a:pPr>
            <a:r>
              <a:t>Rolling updates reduce deployment disruption</a:t>
            </a:r>
          </a:p>
          <a:p>
            <a:pPr>
              <a:defRPr sz="2200"/>
            </a:pPr>
            <a:r>
              <a:t>Rollback provides a recovery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Automation makes deployment repeatable</a:t>
            </a:r>
          </a:p>
          <a:p>
            <a:pPr>
              <a:defRPr sz="2200"/>
            </a:pPr>
            <a:r>
              <a:t>Containers provide environment consistency</a:t>
            </a:r>
          </a:p>
          <a:p>
            <a:pPr>
              <a:defRPr sz="2200"/>
            </a:pPr>
            <a:r>
              <a:t>Kubernetes supports scaling and controlled releases</a:t>
            </a:r>
          </a:p>
          <a:p>
            <a:pPr>
              <a:defRPr sz="2200"/>
            </a:pPr>
            <a:r>
              <a:t>Ansible standardizes runtime configuration</a:t>
            </a:r>
          </a:p>
          <a:p>
            <a:pPr>
              <a:defRPr sz="2200"/>
            </a:pPr>
            <a:r>
              <a:t>Monitoring improves visibility into system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project demonstrates a complete DevOps workflow.</a:t>
            </a:r>
          </a:p>
          <a:p>
            <a:pPr>
              <a:defRPr sz="2200"/>
            </a:pPr>
            <a:r>
              <a:t>CI/CD, configuration management, containers, orchestration and monitoring work together.</a:t>
            </a:r>
          </a:p>
          <a:p>
            <a:pPr>
              <a:defRPr sz="2200"/>
            </a:pPr>
            <a:r>
              <a:t>Add actual execution screenshots from your machine before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